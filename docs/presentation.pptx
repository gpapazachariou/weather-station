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68" r:id="rId6"/>
    <p:sldId id="269" r:id="rId7"/>
    <p:sldId id="259" r:id="rId8"/>
    <p:sldId id="260" r:id="rId9"/>
    <p:sldId id="262" r:id="rId10"/>
    <p:sldId id="261" r:id="rId11"/>
    <p:sldId id="270" r:id="rId12"/>
    <p:sldId id="26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0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99E1-9153-3A96-164A-34C4C747E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7F19E-596B-AF97-A956-3B7311FD3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4DC1D-BCA6-C668-6940-5A169B01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DAED-6BE2-F1A1-8B63-7915247D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EEA7-D8BE-876D-0230-71F5791C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5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CA1C-3005-99EB-1A16-46D90A9D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0338-127F-405B-DD31-64ECDD71E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58CC-7524-878E-D32E-DB09AD45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61E00-B30A-E3B3-5AEC-FEF2D62D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6D37A-59B3-237C-2A12-069F0299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5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4C25-B3EF-763F-B9D0-9AAA7417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E38BE-460B-0075-86DC-A94832910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310CE-49F0-326C-091B-DCB164C3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C1DDB-CCC1-B7D7-C84B-B4609318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25E9B-F23B-B0E1-1623-D3D83BA8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4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817B-9B43-FF3E-878B-6D399219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628D-FF92-ABB5-539C-7C2D868C9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84AE0-C425-B6C0-13AC-A62573471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A780A-EEB3-14E0-C3AD-C7246122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15EBE-922E-A18F-5BD6-35BF8E19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C1768-281E-9355-1C2E-27C18C40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1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C5B7-73C3-6463-2190-3E1BD83D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CD89-5C89-CC0E-5198-45BA29BC0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A60CB-9045-AB88-4532-5CB17A3E3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97B62-B458-0D95-ED08-7D9528CA7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EAFAA-EBF0-E0DF-6736-AA358A12D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BFA15-76A3-8420-40BE-4814E4CF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CD106-C76F-B0C9-FEFB-B5B78664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59D9C-3893-328E-912B-F933420A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CB4A-BACA-5A04-6B35-CCC9EEE5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EAB84-8141-4531-FFD4-633F4EE4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594A8-A343-A92C-73FE-538AFB53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FEE71-7938-B706-AF32-2346EC22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7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EFBCC-1AFA-6968-207B-8BEC1DF6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4A060-A741-35B5-E59A-66D81BB9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2C2E3-CF02-D83E-2552-BF72166C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1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8154-433C-767B-0C82-A8FBB4F0F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1459-4A05-EC15-4292-6AD0CD1D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E692B-54B9-14AC-45D7-3B0525B04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C0CA8-7C85-215A-DE96-C3E7DFD2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94ABE-6B90-0D4A-1E81-18F76B9B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F48B0-5A95-5C24-9D7B-597119BF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C7299-F2BD-9D9E-F920-5485395E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9B3A1-130A-BB43-58B1-CAAAC3BDF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41F47-7509-8863-5E4C-BEACF4198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38AD7-2336-9354-9D9C-EB92D1C9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246D1-7EFB-35D2-7CE4-40E0CACF6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D62E3-5ECC-497C-2B28-055B77FF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7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43D4-FAD1-C6B2-FBD5-92C79994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56FA-0D49-FCC4-D383-325E0F913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F5229-792C-3942-5AF9-B7421ED5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A6648-B42F-2931-6947-8AAB90A3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5E033-4599-4D34-5FCB-C9F54B3A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1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37AF9-7844-BD32-6822-D6070EBD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9BDC1-63BB-EB27-23F8-87583A487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0418-D062-596C-FE65-49BB70A5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525B8-6A63-DA2E-4E32-7C8C0883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788D8-6B62-A55D-B36A-B67D08EF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5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E3D2C-778A-1C8E-EAA1-609EFE93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3022C-0526-1655-9DA6-6BBAB5F87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3B190-0DB1-6459-A8CE-8DA5C09A9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EF06B-EA4A-4F70-94E0-339BF7AFBB98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209B-68C7-AFAB-F3ED-AEF082BEA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319D-E313-299F-4454-2C2699AEF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41AFE-E3FC-4D11-A4C8-7B526BEF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0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965A-DB21-40B0-BF8B-C4618C860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Station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687A6-991E-69BF-D0DF-1D785E1FA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ΓΕΩΡΓΙΟΣ ΠΑΠΑΖΑΧΑΡΙΟΥ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(1092681)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Εργαστήριο Επικοινωνιών ΙΙ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87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2669-5EBC-2F03-D050-C39F8959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6127F2-06C4-F556-FB01-5D8905D2C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5506"/>
            <a:ext cx="104420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&amp; Deliverables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Overview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 &amp; Message Flow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Internals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Internals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queries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6346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A158-48E4-899A-8B53-44A8ACC0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Deliverables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0D2B33-1279-DEA7-6C7F-DC5D8D0D8EF5}"/>
              </a:ext>
            </a:extLst>
          </p:cNvPr>
          <p:cNvSpPr/>
          <p:nvPr/>
        </p:nvSpPr>
        <p:spPr>
          <a:xfrm>
            <a:off x="838200" y="1607221"/>
            <a:ext cx="6629400" cy="32178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System</a:t>
            </a:r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3+ station clients sending data concurrently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 server ingesting JSON (line-delimited) batches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persistence with graceful shutdown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dashboard: stations, stats, chart, rolling average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client queries (stations / latest / recent)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1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7352-8CA8-AF2F-E510-854BE9F7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AB12C7-FAB2-19A2-6DCA-628844A83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9588643" cy="3070498"/>
          </a:xfr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9C9A0B6-1D7C-AE0C-DC7E-6453C53E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4761186"/>
            <a:ext cx="85617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 Server → SQLite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validate + enqueue + single DB writer (WAL)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Stations → TCP Server (12345)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send NDJSON batches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 (8000) + Consumer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read/query stored data</a:t>
            </a:r>
          </a:p>
        </p:txBody>
      </p:sp>
    </p:spTree>
    <p:extLst>
      <p:ext uri="{BB962C8B-B14F-4D97-AF65-F5344CB8AC3E}">
        <p14:creationId xmlns:p14="http://schemas.microsoft.com/office/powerpoint/2010/main" val="153561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00A4-8487-9A26-83A8-5CB81286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 &amp; Message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09C140-A0AD-FBBF-95CF-6DECB753E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52316"/>
            <a:ext cx="7508613" cy="497213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AD313A-A0AE-ABCB-2AF6-EB0B6B2ADB2A}"/>
              </a:ext>
            </a:extLst>
          </p:cNvPr>
          <p:cNvSpPr txBox="1"/>
          <p:nvPr/>
        </p:nvSpPr>
        <p:spPr>
          <a:xfrm>
            <a:off x="8327961" y="1452316"/>
            <a:ext cx="386403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Station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batch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 and Write to SQLite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OK  / Error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SQLite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JSON rows / Error</a:t>
            </a:r>
          </a:p>
        </p:txBody>
      </p:sp>
    </p:spTree>
    <p:extLst>
      <p:ext uri="{BB962C8B-B14F-4D97-AF65-F5344CB8AC3E}">
        <p14:creationId xmlns:p14="http://schemas.microsoft.com/office/powerpoint/2010/main" val="420850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DA52-39EB-1F3C-460F-355049B8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Data Quality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60FC3D-41AB-71EB-73EA-F123F8775A29}"/>
              </a:ext>
            </a:extLst>
          </p:cNvPr>
          <p:cNvSpPr/>
          <p:nvPr/>
        </p:nvSpPr>
        <p:spPr>
          <a:xfrm>
            <a:off x="838200" y="1690688"/>
            <a:ext cx="3162300" cy="20650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ranges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        | Allowed range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--------------|----------------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  | -10 … 40 °C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humidity      | 0 … 100 %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windspeed     | 0 … 50 m/s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size    | ≤ 50 readings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 size     | ≤ 65,536 bytes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92D45D-B142-FFBE-CD1A-554BC7D9C85E}"/>
              </a:ext>
            </a:extLst>
          </p:cNvPr>
          <p:cNvSpPr txBox="1"/>
          <p:nvPr/>
        </p:nvSpPr>
        <p:spPr>
          <a:xfrm>
            <a:off x="838200" y="4053840"/>
            <a:ext cx="102336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fields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 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station_id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timestamp, metrics)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 format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 (ISO-8601) + not obviously wrong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 numbers only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(reject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Infinity)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Realistic ranges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temp/humidity/pressure within bounds)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Batch/line limits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(max line size + max readings per batch)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failure: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reject the message and return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JSON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(don’t write bad data)</a:t>
            </a:r>
          </a:p>
        </p:txBody>
      </p:sp>
    </p:spTree>
    <p:extLst>
      <p:ext uri="{BB962C8B-B14F-4D97-AF65-F5344CB8AC3E}">
        <p14:creationId xmlns:p14="http://schemas.microsoft.com/office/powerpoint/2010/main" val="164522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644E-404D-3455-788C-C3FA6962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internals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A6821A4-6363-0257-C837-7FE4C6BC06AD}"/>
              </a:ext>
            </a:extLst>
          </p:cNvPr>
          <p:cNvSpPr/>
          <p:nvPr/>
        </p:nvSpPr>
        <p:spPr>
          <a:xfrm>
            <a:off x="838200" y="1637824"/>
            <a:ext cx="3246120" cy="114300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D1D5DB"/>
            </a:solidFill>
          </a:ln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TCP server
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many clients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(readline per batch)</a:t>
            </a:r>
            <a:endParaRPr lang="en-US" sz="16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FFF8CBA-5218-95B8-28FB-7E75AFC363B2}"/>
              </a:ext>
            </a:extLst>
          </p:cNvPr>
          <p:cNvSpPr/>
          <p:nvPr/>
        </p:nvSpPr>
        <p:spPr>
          <a:xfrm>
            <a:off x="4495800" y="1637824"/>
            <a:ext cx="3246120" cy="11430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1D5DB"/>
            </a:solidFill>
          </a:ln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queue
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batches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DB insert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609C3BB-35C7-C510-A5BD-1CBE2C996151}"/>
              </a:ext>
            </a:extLst>
          </p:cNvPr>
          <p:cNvSpPr/>
          <p:nvPr/>
        </p:nvSpPr>
        <p:spPr>
          <a:xfrm>
            <a:off x="8153400" y="1637824"/>
            <a:ext cx="3246120" cy="114300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D1D5DB"/>
            </a:solidFill>
          </a:ln>
        </p:spPr>
        <p:txBody>
          <a:bodyPr wrap="square" lIns="3175" tIns="3175" rIns="3175" bIns="317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
</a:t>
            </a: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writer,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</a:t>
            </a:r>
            <a:endParaRPr lang="en-US" sz="16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9AD6B560-3B8B-41D0-620B-2EC5ABFC9EB5}"/>
              </a:ext>
            </a:extLst>
          </p:cNvPr>
          <p:cNvSpPr/>
          <p:nvPr/>
        </p:nvSpPr>
        <p:spPr>
          <a:xfrm>
            <a:off x="4084320" y="2209324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FB83C65-4B74-607A-0DB8-CAD87EFE2B7E}"/>
              </a:ext>
            </a:extLst>
          </p:cNvPr>
          <p:cNvSpPr/>
          <p:nvPr/>
        </p:nvSpPr>
        <p:spPr>
          <a:xfrm>
            <a:off x="7741920" y="2209324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E2E7D-85C7-CB14-FFE3-E826E38042DA}"/>
              </a:ext>
            </a:extLst>
          </p:cNvPr>
          <p:cNvSpPr txBox="1"/>
          <p:nvPr/>
        </p:nvSpPr>
        <p:spPr>
          <a:xfrm>
            <a:off x="1014413" y="3164681"/>
            <a:ext cx="1047988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TCP handles many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 per line (NDJSON) + validate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 decouples network from DB writes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writer + WAL avoids DB locked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1EF2-1A82-8E68-9671-16C9724F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internals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F9F1F-4E85-6E59-7FD1-51A847FAAA82}"/>
              </a:ext>
            </a:extLst>
          </p:cNvPr>
          <p:cNvSpPr txBox="1"/>
          <p:nvPr/>
        </p:nvSpPr>
        <p:spPr>
          <a:xfrm>
            <a:off x="838200" y="1690688"/>
            <a:ext cx="80969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readings and send in NDJSON batches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reconnect on failure (exponential backoff + jitter)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Buffer unsent batches in memory while disconnected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Flush buffered batches first after reconnect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Timeouts around connect / send / wait-for-ack (avoid hanging)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5728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02B6-35CF-9834-11AB-98911184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558E6-DB21-9D36-EBAD-8CE83BD2046B}"/>
              </a:ext>
            </a:extLst>
          </p:cNvPr>
          <p:cNvSpPr txBox="1"/>
          <p:nvPr/>
        </p:nvSpPr>
        <p:spPr>
          <a:xfrm>
            <a:off x="838200" y="1690688"/>
            <a:ext cx="8305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TCP client (runs outside Docker) that sends one JSON request per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 supported: stations, latest (by station), recent (last 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validates the request and queries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is JSON (rows + metadata) or error JSON for invalid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programmatic access to the same persisted data as the dashboard</a:t>
            </a:r>
          </a:p>
        </p:txBody>
      </p:sp>
    </p:spTree>
    <p:extLst>
      <p:ext uri="{BB962C8B-B14F-4D97-AF65-F5344CB8AC3E}">
        <p14:creationId xmlns:p14="http://schemas.microsoft.com/office/powerpoint/2010/main" val="186670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1CBB-51CA-2956-34DE-0769FD51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61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106E4-5EF6-C91F-AF6D-15665ADB3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8744"/>
            <a:ext cx="5717002" cy="49149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EA02D-49BC-9C48-D009-2B5910AC7B2C}"/>
              </a:ext>
            </a:extLst>
          </p:cNvPr>
          <p:cNvSpPr txBox="1"/>
          <p:nvPr/>
        </p:nvSpPr>
        <p:spPr>
          <a:xfrm>
            <a:off x="6637020" y="2133124"/>
            <a:ext cx="55549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showing readings from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station to filter the chart and stats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stats (latest / min / max / average) update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chart of temperature / humidity / pressure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40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F96E-A2C5-AD66-CD84-C5771580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E4E9A0-BECE-1343-CC0B-7669576F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Compose brings up the full topology (server + stations + web UI)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Exposes TCP 12345 (ingest/consumer) and HTTP 8000 (dashboard)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stored on a named volume so data persists across restarts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scale producers: run multiple station containers to simulate load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command to run/demo: docker compose up -d --build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0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5DA7-E189-C5B8-FDFD-1E288232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 (Simple &amp; Stress)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3394-C390-7CFC-8D75-3179ABF50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098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 starts and listens on TCP 12345 + web 8000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stations connect and begin sending batches (server logs show OK / inserted=N)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loads and shows stations + updating chart/stats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 station filter and confirm the chart/stats change correctly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a consumer request (stations, latest, recent) and confirm valid JSON response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6A8AA-E1E3-F3C1-718B-54DF623E2D19}"/>
              </a:ext>
            </a:extLst>
          </p:cNvPr>
          <p:cNvSpPr txBox="1"/>
          <p:nvPr/>
        </p:nvSpPr>
        <p:spPr>
          <a:xfrm>
            <a:off x="6096000" y="1935480"/>
            <a:ext cx="499872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up stations (many clients) and confirm the server stays responsive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SQLite “database is locked” errors (single-writer + WAL working)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rate remains steady (server continues replying OK / inserted=N)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still loads/updates during load (queries remain responsive)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Consumers still get responses while producers are flooding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3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7FB3-A36A-A789-8A39-6D89D5BA4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73FBB-1673-48D8-FBF0-35BD9FD99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ΓΕΩΡΓΙΟΣ ΠΑΠΑΖΑΧΑΡΙΟΥ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(1092681)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Εργαστήριο Επικοινωνιών ΙΙ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3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684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Office Theme</vt:lpstr>
      <vt:lpstr>Weather Station Simulator</vt:lpstr>
      <vt:lpstr>Contents</vt:lpstr>
      <vt:lpstr>Objective &amp; Deliverables</vt:lpstr>
      <vt:lpstr>System architecture overview</vt:lpstr>
      <vt:lpstr>Protocol &amp; Message Flow diagram</vt:lpstr>
      <vt:lpstr>Validation &amp; Data Quality</vt:lpstr>
      <vt:lpstr>Server internals</vt:lpstr>
      <vt:lpstr>Client internals</vt:lpstr>
      <vt:lpstr>Consumer queries</vt:lpstr>
      <vt:lpstr>Web dashboard</vt:lpstr>
      <vt:lpstr>Docker</vt:lpstr>
      <vt:lpstr>Demo (Simple &amp; Stress)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ΠΑΠΑΖΑΧΑΡΙΟΥ ΓΕΩΡΓΙΟΣ</dc:creator>
  <cp:lastModifiedBy>ΠΑΠΑΖΑΧΑΡΙΟΥ ΓΕΩΡΓΙΟΣ</cp:lastModifiedBy>
  <cp:revision>4</cp:revision>
  <dcterms:created xsi:type="dcterms:W3CDTF">2026-01-17T20:45:01Z</dcterms:created>
  <dcterms:modified xsi:type="dcterms:W3CDTF">2026-01-19T01:19:04Z</dcterms:modified>
</cp:coreProperties>
</file>